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21383625" cy="3027521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8" roundtripDataSignature="AMtx7mj4UhhuQ5LMPquRN5WEJp2+81GsbQ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ina.gabr@giu-uni.de" initials="d" lastIdx="1" clrIdx="0">
    <p:extLst>
      <p:ext uri="{19B8F6BF-5375-455C-9EA6-DF929625EA0E}">
        <p15:presenceInfo xmlns:p15="http://schemas.microsoft.com/office/powerpoint/2012/main" userId="S-1-5-21-1000347495-151961109-951569672-1093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E6E6E6"/>
    <a:srgbClr val="00B0F0"/>
    <a:srgbClr val="D11119"/>
    <a:srgbClr val="A5BBD5"/>
    <a:srgbClr val="90B6DD"/>
    <a:srgbClr val="DB9C05"/>
    <a:srgbClr val="000000"/>
    <a:srgbClr val="CE060E"/>
    <a:srgbClr val="B1CC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668" autoAdjust="0"/>
  </p:normalViewPr>
  <p:slideViewPr>
    <p:cSldViewPr snapToGrid="0">
      <p:cViewPr varScale="1">
        <p:scale>
          <a:sx n="15" d="100"/>
          <a:sy n="15" d="100"/>
        </p:scale>
        <p:origin x="1692" y="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customschemas.google.com/relationships/presentationmetadata" Target="metadata"/><Relationship Id="rId13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9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17738" y="685800"/>
            <a:ext cx="24225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ctrTitle"/>
          </p:nvPr>
        </p:nvSpPr>
        <p:spPr>
          <a:xfrm>
            <a:off x="1603772" y="4954765"/>
            <a:ext cx="18176081" cy="10540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31"/>
              <a:buFont typeface="Calibri"/>
              <a:buNone/>
              <a:defRPr sz="1403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ubTitle" idx="1"/>
          </p:nvPr>
        </p:nvSpPr>
        <p:spPr>
          <a:xfrm>
            <a:off x="2672953" y="15901497"/>
            <a:ext cx="16037719" cy="7309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2339"/>
              </a:spcBef>
              <a:spcAft>
                <a:spcPts val="0"/>
              </a:spcAft>
              <a:buClr>
                <a:schemeClr val="dk1"/>
              </a:buClr>
              <a:buSzPts val="5612"/>
              <a:buNone/>
              <a:defRPr sz="5612"/>
            </a:lvl1pPr>
            <a:lvl2pPr lvl="1" algn="ctr">
              <a:lnSpc>
                <a:spcPct val="90000"/>
              </a:lnSpc>
              <a:spcBef>
                <a:spcPts val="1169"/>
              </a:spcBef>
              <a:spcAft>
                <a:spcPts val="0"/>
              </a:spcAft>
              <a:buClr>
                <a:schemeClr val="dk1"/>
              </a:buClr>
              <a:buSzPts val="4677"/>
              <a:buNone/>
              <a:defRPr sz="4677"/>
            </a:lvl2pPr>
            <a:lvl3pPr lvl="2" algn="ctr">
              <a:lnSpc>
                <a:spcPct val="90000"/>
              </a:lnSpc>
              <a:spcBef>
                <a:spcPts val="1169"/>
              </a:spcBef>
              <a:spcAft>
                <a:spcPts val="0"/>
              </a:spcAft>
              <a:buClr>
                <a:schemeClr val="dk1"/>
              </a:buClr>
              <a:buSzPts val="4209"/>
              <a:buNone/>
              <a:defRPr sz="4209"/>
            </a:lvl3pPr>
            <a:lvl4pPr lvl="3" algn="ctr">
              <a:lnSpc>
                <a:spcPct val="90000"/>
              </a:lnSpc>
              <a:spcBef>
                <a:spcPts val="1169"/>
              </a:spcBef>
              <a:spcAft>
                <a:spcPts val="0"/>
              </a:spcAft>
              <a:buClr>
                <a:schemeClr val="dk1"/>
              </a:buClr>
              <a:buSzPts val="3742"/>
              <a:buNone/>
              <a:defRPr sz="3741"/>
            </a:lvl4pPr>
            <a:lvl5pPr lvl="4" algn="ctr">
              <a:lnSpc>
                <a:spcPct val="90000"/>
              </a:lnSpc>
              <a:spcBef>
                <a:spcPts val="1169"/>
              </a:spcBef>
              <a:spcAft>
                <a:spcPts val="0"/>
              </a:spcAft>
              <a:buClr>
                <a:schemeClr val="dk1"/>
              </a:buClr>
              <a:buSzPts val="3742"/>
              <a:buNone/>
              <a:defRPr sz="3741"/>
            </a:lvl5pPr>
            <a:lvl6pPr lvl="5" algn="ctr">
              <a:lnSpc>
                <a:spcPct val="90000"/>
              </a:lnSpc>
              <a:spcBef>
                <a:spcPts val="1169"/>
              </a:spcBef>
              <a:spcAft>
                <a:spcPts val="0"/>
              </a:spcAft>
              <a:buClr>
                <a:schemeClr val="dk1"/>
              </a:buClr>
              <a:buSzPts val="3742"/>
              <a:buNone/>
              <a:defRPr sz="3741"/>
            </a:lvl6pPr>
            <a:lvl7pPr lvl="6" algn="ctr">
              <a:lnSpc>
                <a:spcPct val="90000"/>
              </a:lnSpc>
              <a:spcBef>
                <a:spcPts val="1169"/>
              </a:spcBef>
              <a:spcAft>
                <a:spcPts val="0"/>
              </a:spcAft>
              <a:buClr>
                <a:schemeClr val="dk1"/>
              </a:buClr>
              <a:buSzPts val="3742"/>
              <a:buNone/>
              <a:defRPr sz="3741"/>
            </a:lvl7pPr>
            <a:lvl8pPr lvl="7" algn="ctr">
              <a:lnSpc>
                <a:spcPct val="90000"/>
              </a:lnSpc>
              <a:spcBef>
                <a:spcPts val="1169"/>
              </a:spcBef>
              <a:spcAft>
                <a:spcPts val="0"/>
              </a:spcAft>
              <a:buClr>
                <a:schemeClr val="dk1"/>
              </a:buClr>
              <a:buSzPts val="3742"/>
              <a:buNone/>
              <a:defRPr sz="3741"/>
            </a:lvl8pPr>
            <a:lvl9pPr lvl="8" algn="ctr">
              <a:lnSpc>
                <a:spcPct val="90000"/>
              </a:lnSpc>
              <a:spcBef>
                <a:spcPts val="1169"/>
              </a:spcBef>
              <a:spcAft>
                <a:spcPts val="0"/>
              </a:spcAft>
              <a:buClr>
                <a:schemeClr val="dk1"/>
              </a:buClr>
              <a:buSzPts val="3742"/>
              <a:buNone/>
              <a:defRPr sz="3741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dt" idx="10"/>
          </p:nvPr>
        </p:nvSpPr>
        <p:spPr>
          <a:xfrm>
            <a:off x="1470124" y="28060644"/>
            <a:ext cx="4811316" cy="1611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ftr" idx="11"/>
          </p:nvPr>
        </p:nvSpPr>
        <p:spPr>
          <a:xfrm>
            <a:off x="7083326" y="28060644"/>
            <a:ext cx="7216973" cy="1611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15102185" y="28060644"/>
            <a:ext cx="4811316" cy="1611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1458988" y="7547788"/>
            <a:ext cx="18443377" cy="12593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31"/>
              <a:buFont typeface="Calibri"/>
              <a:buNone/>
              <a:defRPr sz="1403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1458988" y="20260574"/>
            <a:ext cx="18443377" cy="6622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2339"/>
              </a:spcBef>
              <a:spcAft>
                <a:spcPts val="0"/>
              </a:spcAft>
              <a:buClr>
                <a:schemeClr val="dk1"/>
              </a:buClr>
              <a:buSzPts val="5612"/>
              <a:buNone/>
              <a:defRPr sz="5612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169"/>
              </a:spcBef>
              <a:spcAft>
                <a:spcPts val="0"/>
              </a:spcAft>
              <a:buClr>
                <a:srgbClr val="888888"/>
              </a:buClr>
              <a:buSzPts val="4677"/>
              <a:buNone/>
              <a:defRPr sz="4677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1169"/>
              </a:spcBef>
              <a:spcAft>
                <a:spcPts val="0"/>
              </a:spcAft>
              <a:buClr>
                <a:srgbClr val="888888"/>
              </a:buClr>
              <a:buSzPts val="4209"/>
              <a:buNone/>
              <a:defRPr sz="4209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1169"/>
              </a:spcBef>
              <a:spcAft>
                <a:spcPts val="0"/>
              </a:spcAft>
              <a:buClr>
                <a:srgbClr val="888888"/>
              </a:buClr>
              <a:buSzPts val="3742"/>
              <a:buNone/>
              <a:defRPr sz="3741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1169"/>
              </a:spcBef>
              <a:spcAft>
                <a:spcPts val="0"/>
              </a:spcAft>
              <a:buClr>
                <a:srgbClr val="888888"/>
              </a:buClr>
              <a:buSzPts val="3742"/>
              <a:buNone/>
              <a:defRPr sz="3741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1169"/>
              </a:spcBef>
              <a:spcAft>
                <a:spcPts val="0"/>
              </a:spcAft>
              <a:buClr>
                <a:srgbClr val="888888"/>
              </a:buClr>
              <a:buSzPts val="3742"/>
              <a:buNone/>
              <a:defRPr sz="3741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1169"/>
              </a:spcBef>
              <a:spcAft>
                <a:spcPts val="0"/>
              </a:spcAft>
              <a:buClr>
                <a:srgbClr val="888888"/>
              </a:buClr>
              <a:buSzPts val="3742"/>
              <a:buNone/>
              <a:defRPr sz="3741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1169"/>
              </a:spcBef>
              <a:spcAft>
                <a:spcPts val="0"/>
              </a:spcAft>
              <a:buClr>
                <a:srgbClr val="888888"/>
              </a:buClr>
              <a:buSzPts val="3742"/>
              <a:buNone/>
              <a:defRPr sz="3741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1169"/>
              </a:spcBef>
              <a:spcAft>
                <a:spcPts val="0"/>
              </a:spcAft>
              <a:buClr>
                <a:srgbClr val="888888"/>
              </a:buClr>
              <a:buSzPts val="3742"/>
              <a:buNone/>
              <a:defRPr sz="3741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dt" idx="10"/>
          </p:nvPr>
        </p:nvSpPr>
        <p:spPr>
          <a:xfrm>
            <a:off x="1470124" y="28060644"/>
            <a:ext cx="4811316" cy="1611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ftr" idx="11"/>
          </p:nvPr>
        </p:nvSpPr>
        <p:spPr>
          <a:xfrm>
            <a:off x="7083326" y="28060644"/>
            <a:ext cx="7216973" cy="1611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15102185" y="28060644"/>
            <a:ext cx="4811316" cy="1611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1470124" y="1611882"/>
            <a:ext cx="18443377" cy="5851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body" idx="1"/>
          </p:nvPr>
        </p:nvSpPr>
        <p:spPr>
          <a:xfrm>
            <a:off x="1470124" y="8059374"/>
            <a:ext cx="9088041" cy="19209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33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16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16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16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16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16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16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16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16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body" idx="2"/>
          </p:nvPr>
        </p:nvSpPr>
        <p:spPr>
          <a:xfrm>
            <a:off x="10825460" y="8059374"/>
            <a:ext cx="9088041" cy="19209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33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16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16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16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16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16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16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16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16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dt" idx="10"/>
          </p:nvPr>
        </p:nvSpPr>
        <p:spPr>
          <a:xfrm>
            <a:off x="1470124" y="28060644"/>
            <a:ext cx="4811316" cy="1611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ftr" idx="11"/>
          </p:nvPr>
        </p:nvSpPr>
        <p:spPr>
          <a:xfrm>
            <a:off x="7083326" y="28060644"/>
            <a:ext cx="7216973" cy="1611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15102185" y="28060644"/>
            <a:ext cx="4811316" cy="1611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>
            <a:spLocks noGrp="1"/>
          </p:cNvSpPr>
          <p:nvPr>
            <p:ph type="title"/>
          </p:nvPr>
        </p:nvSpPr>
        <p:spPr>
          <a:xfrm>
            <a:off x="1472909" y="1611882"/>
            <a:ext cx="18443377" cy="5851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body" idx="1"/>
          </p:nvPr>
        </p:nvSpPr>
        <p:spPr>
          <a:xfrm>
            <a:off x="1472912" y="7421634"/>
            <a:ext cx="9046274" cy="36372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2339"/>
              </a:spcBef>
              <a:spcAft>
                <a:spcPts val="0"/>
              </a:spcAft>
              <a:buClr>
                <a:schemeClr val="dk1"/>
              </a:buClr>
              <a:buSzPts val="5612"/>
              <a:buNone/>
              <a:defRPr sz="5612" b="1"/>
            </a:lvl1pPr>
            <a:lvl2pPr marL="914400" lvl="1" indent="-228600" algn="l">
              <a:lnSpc>
                <a:spcPct val="90000"/>
              </a:lnSpc>
              <a:spcBef>
                <a:spcPts val="1169"/>
              </a:spcBef>
              <a:spcAft>
                <a:spcPts val="0"/>
              </a:spcAft>
              <a:buClr>
                <a:schemeClr val="dk1"/>
              </a:buClr>
              <a:buSzPts val="4677"/>
              <a:buNone/>
              <a:defRPr sz="4677" b="1"/>
            </a:lvl2pPr>
            <a:lvl3pPr marL="1371600" lvl="2" indent="-228600" algn="l">
              <a:lnSpc>
                <a:spcPct val="90000"/>
              </a:lnSpc>
              <a:spcBef>
                <a:spcPts val="1169"/>
              </a:spcBef>
              <a:spcAft>
                <a:spcPts val="0"/>
              </a:spcAft>
              <a:buClr>
                <a:schemeClr val="dk1"/>
              </a:buClr>
              <a:buSzPts val="4209"/>
              <a:buNone/>
              <a:defRPr sz="4209" b="1"/>
            </a:lvl3pPr>
            <a:lvl4pPr marL="1828800" lvl="3" indent="-228600" algn="l">
              <a:lnSpc>
                <a:spcPct val="90000"/>
              </a:lnSpc>
              <a:spcBef>
                <a:spcPts val="1169"/>
              </a:spcBef>
              <a:spcAft>
                <a:spcPts val="0"/>
              </a:spcAft>
              <a:buClr>
                <a:schemeClr val="dk1"/>
              </a:buClr>
              <a:buSzPts val="3742"/>
              <a:buNone/>
              <a:defRPr sz="3741" b="1"/>
            </a:lvl4pPr>
            <a:lvl5pPr marL="2286000" lvl="4" indent="-228600" algn="l">
              <a:lnSpc>
                <a:spcPct val="90000"/>
              </a:lnSpc>
              <a:spcBef>
                <a:spcPts val="1169"/>
              </a:spcBef>
              <a:spcAft>
                <a:spcPts val="0"/>
              </a:spcAft>
              <a:buClr>
                <a:schemeClr val="dk1"/>
              </a:buClr>
              <a:buSzPts val="3742"/>
              <a:buNone/>
              <a:defRPr sz="3741" b="1"/>
            </a:lvl5pPr>
            <a:lvl6pPr marL="2743200" lvl="5" indent="-228600" algn="l">
              <a:lnSpc>
                <a:spcPct val="90000"/>
              </a:lnSpc>
              <a:spcBef>
                <a:spcPts val="1169"/>
              </a:spcBef>
              <a:spcAft>
                <a:spcPts val="0"/>
              </a:spcAft>
              <a:buClr>
                <a:schemeClr val="dk1"/>
              </a:buClr>
              <a:buSzPts val="3742"/>
              <a:buNone/>
              <a:defRPr sz="3741" b="1"/>
            </a:lvl6pPr>
            <a:lvl7pPr marL="3200400" lvl="6" indent="-228600" algn="l">
              <a:lnSpc>
                <a:spcPct val="90000"/>
              </a:lnSpc>
              <a:spcBef>
                <a:spcPts val="1169"/>
              </a:spcBef>
              <a:spcAft>
                <a:spcPts val="0"/>
              </a:spcAft>
              <a:buClr>
                <a:schemeClr val="dk1"/>
              </a:buClr>
              <a:buSzPts val="3742"/>
              <a:buNone/>
              <a:defRPr sz="3741" b="1"/>
            </a:lvl7pPr>
            <a:lvl8pPr marL="3657600" lvl="7" indent="-228600" algn="l">
              <a:lnSpc>
                <a:spcPct val="90000"/>
              </a:lnSpc>
              <a:spcBef>
                <a:spcPts val="1169"/>
              </a:spcBef>
              <a:spcAft>
                <a:spcPts val="0"/>
              </a:spcAft>
              <a:buClr>
                <a:schemeClr val="dk1"/>
              </a:buClr>
              <a:buSzPts val="3742"/>
              <a:buNone/>
              <a:defRPr sz="3741" b="1"/>
            </a:lvl8pPr>
            <a:lvl9pPr marL="4114800" lvl="8" indent="-228600" algn="l">
              <a:lnSpc>
                <a:spcPct val="90000"/>
              </a:lnSpc>
              <a:spcBef>
                <a:spcPts val="1169"/>
              </a:spcBef>
              <a:spcAft>
                <a:spcPts val="0"/>
              </a:spcAft>
              <a:buClr>
                <a:schemeClr val="dk1"/>
              </a:buClr>
              <a:buSzPts val="3742"/>
              <a:buNone/>
              <a:defRPr sz="3741" b="1"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2"/>
          </p:nvPr>
        </p:nvSpPr>
        <p:spPr>
          <a:xfrm>
            <a:off x="1472912" y="11058863"/>
            <a:ext cx="9046274" cy="16265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33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16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16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16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16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16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16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16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16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3"/>
          </p:nvPr>
        </p:nvSpPr>
        <p:spPr>
          <a:xfrm>
            <a:off x="10825461" y="7421634"/>
            <a:ext cx="9090826" cy="36372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2339"/>
              </a:spcBef>
              <a:spcAft>
                <a:spcPts val="0"/>
              </a:spcAft>
              <a:buClr>
                <a:schemeClr val="dk1"/>
              </a:buClr>
              <a:buSzPts val="5612"/>
              <a:buNone/>
              <a:defRPr sz="5612" b="1"/>
            </a:lvl1pPr>
            <a:lvl2pPr marL="914400" lvl="1" indent="-228600" algn="l">
              <a:lnSpc>
                <a:spcPct val="90000"/>
              </a:lnSpc>
              <a:spcBef>
                <a:spcPts val="1169"/>
              </a:spcBef>
              <a:spcAft>
                <a:spcPts val="0"/>
              </a:spcAft>
              <a:buClr>
                <a:schemeClr val="dk1"/>
              </a:buClr>
              <a:buSzPts val="4677"/>
              <a:buNone/>
              <a:defRPr sz="4677" b="1"/>
            </a:lvl2pPr>
            <a:lvl3pPr marL="1371600" lvl="2" indent="-228600" algn="l">
              <a:lnSpc>
                <a:spcPct val="90000"/>
              </a:lnSpc>
              <a:spcBef>
                <a:spcPts val="1169"/>
              </a:spcBef>
              <a:spcAft>
                <a:spcPts val="0"/>
              </a:spcAft>
              <a:buClr>
                <a:schemeClr val="dk1"/>
              </a:buClr>
              <a:buSzPts val="4209"/>
              <a:buNone/>
              <a:defRPr sz="4209" b="1"/>
            </a:lvl3pPr>
            <a:lvl4pPr marL="1828800" lvl="3" indent="-228600" algn="l">
              <a:lnSpc>
                <a:spcPct val="90000"/>
              </a:lnSpc>
              <a:spcBef>
                <a:spcPts val="1169"/>
              </a:spcBef>
              <a:spcAft>
                <a:spcPts val="0"/>
              </a:spcAft>
              <a:buClr>
                <a:schemeClr val="dk1"/>
              </a:buClr>
              <a:buSzPts val="3742"/>
              <a:buNone/>
              <a:defRPr sz="3741" b="1"/>
            </a:lvl4pPr>
            <a:lvl5pPr marL="2286000" lvl="4" indent="-228600" algn="l">
              <a:lnSpc>
                <a:spcPct val="90000"/>
              </a:lnSpc>
              <a:spcBef>
                <a:spcPts val="1169"/>
              </a:spcBef>
              <a:spcAft>
                <a:spcPts val="0"/>
              </a:spcAft>
              <a:buClr>
                <a:schemeClr val="dk1"/>
              </a:buClr>
              <a:buSzPts val="3742"/>
              <a:buNone/>
              <a:defRPr sz="3741" b="1"/>
            </a:lvl5pPr>
            <a:lvl6pPr marL="2743200" lvl="5" indent="-228600" algn="l">
              <a:lnSpc>
                <a:spcPct val="90000"/>
              </a:lnSpc>
              <a:spcBef>
                <a:spcPts val="1169"/>
              </a:spcBef>
              <a:spcAft>
                <a:spcPts val="0"/>
              </a:spcAft>
              <a:buClr>
                <a:schemeClr val="dk1"/>
              </a:buClr>
              <a:buSzPts val="3742"/>
              <a:buNone/>
              <a:defRPr sz="3741" b="1"/>
            </a:lvl6pPr>
            <a:lvl7pPr marL="3200400" lvl="6" indent="-228600" algn="l">
              <a:lnSpc>
                <a:spcPct val="90000"/>
              </a:lnSpc>
              <a:spcBef>
                <a:spcPts val="1169"/>
              </a:spcBef>
              <a:spcAft>
                <a:spcPts val="0"/>
              </a:spcAft>
              <a:buClr>
                <a:schemeClr val="dk1"/>
              </a:buClr>
              <a:buSzPts val="3742"/>
              <a:buNone/>
              <a:defRPr sz="3741" b="1"/>
            </a:lvl7pPr>
            <a:lvl8pPr marL="3657600" lvl="7" indent="-228600" algn="l">
              <a:lnSpc>
                <a:spcPct val="90000"/>
              </a:lnSpc>
              <a:spcBef>
                <a:spcPts val="1169"/>
              </a:spcBef>
              <a:spcAft>
                <a:spcPts val="0"/>
              </a:spcAft>
              <a:buClr>
                <a:schemeClr val="dk1"/>
              </a:buClr>
              <a:buSzPts val="3742"/>
              <a:buNone/>
              <a:defRPr sz="3741" b="1"/>
            </a:lvl8pPr>
            <a:lvl9pPr marL="4114800" lvl="8" indent="-228600" algn="l">
              <a:lnSpc>
                <a:spcPct val="90000"/>
              </a:lnSpc>
              <a:spcBef>
                <a:spcPts val="1169"/>
              </a:spcBef>
              <a:spcAft>
                <a:spcPts val="0"/>
              </a:spcAft>
              <a:buClr>
                <a:schemeClr val="dk1"/>
              </a:buClr>
              <a:buSzPts val="3742"/>
              <a:buNone/>
              <a:defRPr sz="3741" b="1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4"/>
          </p:nvPr>
        </p:nvSpPr>
        <p:spPr>
          <a:xfrm>
            <a:off x="10825461" y="11058863"/>
            <a:ext cx="9090826" cy="16265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33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16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16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16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16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16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16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16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16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dt" idx="10"/>
          </p:nvPr>
        </p:nvSpPr>
        <p:spPr>
          <a:xfrm>
            <a:off x="1470124" y="28060644"/>
            <a:ext cx="4811316" cy="1611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ftr" idx="11"/>
          </p:nvPr>
        </p:nvSpPr>
        <p:spPr>
          <a:xfrm>
            <a:off x="7083326" y="28060644"/>
            <a:ext cx="7216973" cy="1611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sldNum" idx="12"/>
          </p:nvPr>
        </p:nvSpPr>
        <p:spPr>
          <a:xfrm>
            <a:off x="15102185" y="28060644"/>
            <a:ext cx="4811316" cy="1611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1470124" y="1611882"/>
            <a:ext cx="18443377" cy="5851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dt" idx="10"/>
          </p:nvPr>
        </p:nvSpPr>
        <p:spPr>
          <a:xfrm>
            <a:off x="1470124" y="28060644"/>
            <a:ext cx="4811316" cy="1611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ftr" idx="11"/>
          </p:nvPr>
        </p:nvSpPr>
        <p:spPr>
          <a:xfrm>
            <a:off x="7083326" y="28060644"/>
            <a:ext cx="7216973" cy="1611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sldNum" idx="12"/>
          </p:nvPr>
        </p:nvSpPr>
        <p:spPr>
          <a:xfrm>
            <a:off x="15102185" y="28060644"/>
            <a:ext cx="4811316" cy="1611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>
            <a:spLocks noGrp="1"/>
          </p:cNvSpPr>
          <p:nvPr>
            <p:ph type="dt" idx="10"/>
          </p:nvPr>
        </p:nvSpPr>
        <p:spPr>
          <a:xfrm>
            <a:off x="1470124" y="28060644"/>
            <a:ext cx="4811316" cy="1611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ftr" idx="11"/>
          </p:nvPr>
        </p:nvSpPr>
        <p:spPr>
          <a:xfrm>
            <a:off x="7083326" y="28060644"/>
            <a:ext cx="7216973" cy="1611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ldNum" idx="12"/>
          </p:nvPr>
        </p:nvSpPr>
        <p:spPr>
          <a:xfrm>
            <a:off x="15102185" y="28060644"/>
            <a:ext cx="4811316" cy="1611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>
            <a:spLocks noGrp="1"/>
          </p:cNvSpPr>
          <p:nvPr>
            <p:ph type="title"/>
          </p:nvPr>
        </p:nvSpPr>
        <p:spPr>
          <a:xfrm>
            <a:off x="1472909" y="2018348"/>
            <a:ext cx="6896776" cy="7064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483"/>
              <a:buFont typeface="Calibri"/>
              <a:buNone/>
              <a:defRPr sz="7483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body" idx="1"/>
          </p:nvPr>
        </p:nvSpPr>
        <p:spPr>
          <a:xfrm>
            <a:off x="9090826" y="4359077"/>
            <a:ext cx="10825460" cy="21515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703770" algn="l">
              <a:lnSpc>
                <a:spcPct val="90000"/>
              </a:lnSpc>
              <a:spcBef>
                <a:spcPts val="2339"/>
              </a:spcBef>
              <a:spcAft>
                <a:spcPts val="0"/>
              </a:spcAft>
              <a:buClr>
                <a:schemeClr val="dk1"/>
              </a:buClr>
              <a:buSzPts val="7483"/>
              <a:buChar char="•"/>
              <a:defRPr sz="7483"/>
            </a:lvl1pPr>
            <a:lvl2pPr marL="914400" lvl="1" indent="-644398" algn="l">
              <a:lnSpc>
                <a:spcPct val="90000"/>
              </a:lnSpc>
              <a:spcBef>
                <a:spcPts val="1169"/>
              </a:spcBef>
              <a:spcAft>
                <a:spcPts val="0"/>
              </a:spcAft>
              <a:buClr>
                <a:schemeClr val="dk1"/>
              </a:buClr>
              <a:buSzPts val="6548"/>
              <a:buChar char="•"/>
              <a:defRPr sz="6548"/>
            </a:lvl2pPr>
            <a:lvl3pPr marL="1371600" lvl="2" indent="-584962" algn="l">
              <a:lnSpc>
                <a:spcPct val="90000"/>
              </a:lnSpc>
              <a:spcBef>
                <a:spcPts val="1169"/>
              </a:spcBef>
              <a:spcAft>
                <a:spcPts val="0"/>
              </a:spcAft>
              <a:buClr>
                <a:schemeClr val="dk1"/>
              </a:buClr>
              <a:buSzPts val="5612"/>
              <a:buChar char="•"/>
              <a:defRPr sz="5612"/>
            </a:lvl3pPr>
            <a:lvl4pPr marL="1828800" lvl="3" indent="-525589" algn="l">
              <a:lnSpc>
                <a:spcPct val="90000"/>
              </a:lnSpc>
              <a:spcBef>
                <a:spcPts val="1169"/>
              </a:spcBef>
              <a:spcAft>
                <a:spcPts val="0"/>
              </a:spcAft>
              <a:buClr>
                <a:schemeClr val="dk1"/>
              </a:buClr>
              <a:buSzPts val="4677"/>
              <a:buChar char="•"/>
              <a:defRPr sz="4677"/>
            </a:lvl4pPr>
            <a:lvl5pPr marL="2286000" lvl="4" indent="-525589" algn="l">
              <a:lnSpc>
                <a:spcPct val="90000"/>
              </a:lnSpc>
              <a:spcBef>
                <a:spcPts val="1169"/>
              </a:spcBef>
              <a:spcAft>
                <a:spcPts val="0"/>
              </a:spcAft>
              <a:buClr>
                <a:schemeClr val="dk1"/>
              </a:buClr>
              <a:buSzPts val="4677"/>
              <a:buChar char="•"/>
              <a:defRPr sz="4677"/>
            </a:lvl5pPr>
            <a:lvl6pPr marL="2743200" lvl="5" indent="-525589" algn="l">
              <a:lnSpc>
                <a:spcPct val="90000"/>
              </a:lnSpc>
              <a:spcBef>
                <a:spcPts val="1169"/>
              </a:spcBef>
              <a:spcAft>
                <a:spcPts val="0"/>
              </a:spcAft>
              <a:buClr>
                <a:schemeClr val="dk1"/>
              </a:buClr>
              <a:buSzPts val="4677"/>
              <a:buChar char="•"/>
              <a:defRPr sz="4677"/>
            </a:lvl6pPr>
            <a:lvl7pPr marL="3200400" lvl="6" indent="-525589" algn="l">
              <a:lnSpc>
                <a:spcPct val="90000"/>
              </a:lnSpc>
              <a:spcBef>
                <a:spcPts val="1169"/>
              </a:spcBef>
              <a:spcAft>
                <a:spcPts val="0"/>
              </a:spcAft>
              <a:buClr>
                <a:schemeClr val="dk1"/>
              </a:buClr>
              <a:buSzPts val="4677"/>
              <a:buChar char="•"/>
              <a:defRPr sz="4677"/>
            </a:lvl7pPr>
            <a:lvl8pPr marL="3657600" lvl="7" indent="-525589" algn="l">
              <a:lnSpc>
                <a:spcPct val="90000"/>
              </a:lnSpc>
              <a:spcBef>
                <a:spcPts val="1169"/>
              </a:spcBef>
              <a:spcAft>
                <a:spcPts val="0"/>
              </a:spcAft>
              <a:buClr>
                <a:schemeClr val="dk1"/>
              </a:buClr>
              <a:buSzPts val="4677"/>
              <a:buChar char="•"/>
              <a:defRPr sz="4677"/>
            </a:lvl8pPr>
            <a:lvl9pPr marL="4114800" lvl="8" indent="-525589" algn="l">
              <a:lnSpc>
                <a:spcPct val="90000"/>
              </a:lnSpc>
              <a:spcBef>
                <a:spcPts val="1169"/>
              </a:spcBef>
              <a:spcAft>
                <a:spcPts val="0"/>
              </a:spcAft>
              <a:buClr>
                <a:schemeClr val="dk1"/>
              </a:buClr>
              <a:buSzPts val="4677"/>
              <a:buChar char="•"/>
              <a:defRPr sz="4677"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2"/>
          </p:nvPr>
        </p:nvSpPr>
        <p:spPr>
          <a:xfrm>
            <a:off x="1472909" y="9082564"/>
            <a:ext cx="6896776" cy="16826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2339"/>
              </a:spcBef>
              <a:spcAft>
                <a:spcPts val="0"/>
              </a:spcAft>
              <a:buClr>
                <a:schemeClr val="dk1"/>
              </a:buClr>
              <a:buSzPts val="3742"/>
              <a:buNone/>
              <a:defRPr sz="3741"/>
            </a:lvl1pPr>
            <a:lvl2pPr marL="914400" lvl="1" indent="-228600" algn="l">
              <a:lnSpc>
                <a:spcPct val="90000"/>
              </a:lnSpc>
              <a:spcBef>
                <a:spcPts val="1169"/>
              </a:spcBef>
              <a:spcAft>
                <a:spcPts val="0"/>
              </a:spcAft>
              <a:buClr>
                <a:schemeClr val="dk1"/>
              </a:buClr>
              <a:buSzPts val="3274"/>
              <a:buNone/>
              <a:defRPr sz="3274"/>
            </a:lvl2pPr>
            <a:lvl3pPr marL="1371600" lvl="2" indent="-228600" algn="l">
              <a:lnSpc>
                <a:spcPct val="90000"/>
              </a:lnSpc>
              <a:spcBef>
                <a:spcPts val="1169"/>
              </a:spcBef>
              <a:spcAft>
                <a:spcPts val="0"/>
              </a:spcAft>
              <a:buClr>
                <a:schemeClr val="dk1"/>
              </a:buClr>
              <a:buSzPts val="2806"/>
              <a:buNone/>
              <a:defRPr sz="2806"/>
            </a:lvl3pPr>
            <a:lvl4pPr marL="1828800" lvl="3" indent="-228600" algn="l">
              <a:lnSpc>
                <a:spcPct val="90000"/>
              </a:lnSpc>
              <a:spcBef>
                <a:spcPts val="1169"/>
              </a:spcBef>
              <a:spcAft>
                <a:spcPts val="0"/>
              </a:spcAft>
              <a:buClr>
                <a:schemeClr val="dk1"/>
              </a:buClr>
              <a:buSzPts val="2339"/>
              <a:buNone/>
              <a:defRPr sz="2339"/>
            </a:lvl4pPr>
            <a:lvl5pPr marL="2286000" lvl="4" indent="-228600" algn="l">
              <a:lnSpc>
                <a:spcPct val="90000"/>
              </a:lnSpc>
              <a:spcBef>
                <a:spcPts val="1169"/>
              </a:spcBef>
              <a:spcAft>
                <a:spcPts val="0"/>
              </a:spcAft>
              <a:buClr>
                <a:schemeClr val="dk1"/>
              </a:buClr>
              <a:buSzPts val="2339"/>
              <a:buNone/>
              <a:defRPr sz="2339"/>
            </a:lvl5pPr>
            <a:lvl6pPr marL="2743200" lvl="5" indent="-228600" algn="l">
              <a:lnSpc>
                <a:spcPct val="90000"/>
              </a:lnSpc>
              <a:spcBef>
                <a:spcPts val="1169"/>
              </a:spcBef>
              <a:spcAft>
                <a:spcPts val="0"/>
              </a:spcAft>
              <a:buClr>
                <a:schemeClr val="dk1"/>
              </a:buClr>
              <a:buSzPts val="2339"/>
              <a:buNone/>
              <a:defRPr sz="2339"/>
            </a:lvl6pPr>
            <a:lvl7pPr marL="3200400" lvl="6" indent="-228600" algn="l">
              <a:lnSpc>
                <a:spcPct val="90000"/>
              </a:lnSpc>
              <a:spcBef>
                <a:spcPts val="1169"/>
              </a:spcBef>
              <a:spcAft>
                <a:spcPts val="0"/>
              </a:spcAft>
              <a:buClr>
                <a:schemeClr val="dk1"/>
              </a:buClr>
              <a:buSzPts val="2339"/>
              <a:buNone/>
              <a:defRPr sz="2339"/>
            </a:lvl7pPr>
            <a:lvl8pPr marL="3657600" lvl="7" indent="-228600" algn="l">
              <a:lnSpc>
                <a:spcPct val="90000"/>
              </a:lnSpc>
              <a:spcBef>
                <a:spcPts val="1169"/>
              </a:spcBef>
              <a:spcAft>
                <a:spcPts val="0"/>
              </a:spcAft>
              <a:buClr>
                <a:schemeClr val="dk1"/>
              </a:buClr>
              <a:buSzPts val="2339"/>
              <a:buNone/>
              <a:defRPr sz="2339"/>
            </a:lvl8pPr>
            <a:lvl9pPr marL="4114800" lvl="8" indent="-228600" algn="l">
              <a:lnSpc>
                <a:spcPct val="90000"/>
              </a:lnSpc>
              <a:spcBef>
                <a:spcPts val="1169"/>
              </a:spcBef>
              <a:spcAft>
                <a:spcPts val="0"/>
              </a:spcAft>
              <a:buClr>
                <a:schemeClr val="dk1"/>
              </a:buClr>
              <a:buSzPts val="2339"/>
              <a:buNone/>
              <a:defRPr sz="2339"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dt" idx="10"/>
          </p:nvPr>
        </p:nvSpPr>
        <p:spPr>
          <a:xfrm>
            <a:off x="1470124" y="28060644"/>
            <a:ext cx="4811316" cy="1611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ftr" idx="11"/>
          </p:nvPr>
        </p:nvSpPr>
        <p:spPr>
          <a:xfrm>
            <a:off x="7083326" y="28060644"/>
            <a:ext cx="7216973" cy="1611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15102185" y="28060644"/>
            <a:ext cx="4811316" cy="1611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title"/>
          </p:nvPr>
        </p:nvSpPr>
        <p:spPr>
          <a:xfrm>
            <a:off x="1472909" y="2018348"/>
            <a:ext cx="6896776" cy="7064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483"/>
              <a:buFont typeface="Calibri"/>
              <a:buNone/>
              <a:defRPr sz="7483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>
            <a:spLocks noGrp="1"/>
          </p:cNvSpPr>
          <p:nvPr>
            <p:ph type="pic" idx="2"/>
          </p:nvPr>
        </p:nvSpPr>
        <p:spPr>
          <a:xfrm>
            <a:off x="9090826" y="4359077"/>
            <a:ext cx="10825460" cy="21515024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1472909" y="9082564"/>
            <a:ext cx="6896776" cy="16826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2339"/>
              </a:spcBef>
              <a:spcAft>
                <a:spcPts val="0"/>
              </a:spcAft>
              <a:buClr>
                <a:schemeClr val="dk1"/>
              </a:buClr>
              <a:buSzPts val="3742"/>
              <a:buNone/>
              <a:defRPr sz="3741"/>
            </a:lvl1pPr>
            <a:lvl2pPr marL="914400" lvl="1" indent="-228600" algn="l">
              <a:lnSpc>
                <a:spcPct val="90000"/>
              </a:lnSpc>
              <a:spcBef>
                <a:spcPts val="1169"/>
              </a:spcBef>
              <a:spcAft>
                <a:spcPts val="0"/>
              </a:spcAft>
              <a:buClr>
                <a:schemeClr val="dk1"/>
              </a:buClr>
              <a:buSzPts val="3274"/>
              <a:buNone/>
              <a:defRPr sz="3274"/>
            </a:lvl2pPr>
            <a:lvl3pPr marL="1371600" lvl="2" indent="-228600" algn="l">
              <a:lnSpc>
                <a:spcPct val="90000"/>
              </a:lnSpc>
              <a:spcBef>
                <a:spcPts val="1169"/>
              </a:spcBef>
              <a:spcAft>
                <a:spcPts val="0"/>
              </a:spcAft>
              <a:buClr>
                <a:schemeClr val="dk1"/>
              </a:buClr>
              <a:buSzPts val="2806"/>
              <a:buNone/>
              <a:defRPr sz="2806"/>
            </a:lvl3pPr>
            <a:lvl4pPr marL="1828800" lvl="3" indent="-228600" algn="l">
              <a:lnSpc>
                <a:spcPct val="90000"/>
              </a:lnSpc>
              <a:spcBef>
                <a:spcPts val="1169"/>
              </a:spcBef>
              <a:spcAft>
                <a:spcPts val="0"/>
              </a:spcAft>
              <a:buClr>
                <a:schemeClr val="dk1"/>
              </a:buClr>
              <a:buSzPts val="2339"/>
              <a:buNone/>
              <a:defRPr sz="2339"/>
            </a:lvl4pPr>
            <a:lvl5pPr marL="2286000" lvl="4" indent="-228600" algn="l">
              <a:lnSpc>
                <a:spcPct val="90000"/>
              </a:lnSpc>
              <a:spcBef>
                <a:spcPts val="1169"/>
              </a:spcBef>
              <a:spcAft>
                <a:spcPts val="0"/>
              </a:spcAft>
              <a:buClr>
                <a:schemeClr val="dk1"/>
              </a:buClr>
              <a:buSzPts val="2339"/>
              <a:buNone/>
              <a:defRPr sz="2339"/>
            </a:lvl5pPr>
            <a:lvl6pPr marL="2743200" lvl="5" indent="-228600" algn="l">
              <a:lnSpc>
                <a:spcPct val="90000"/>
              </a:lnSpc>
              <a:spcBef>
                <a:spcPts val="1169"/>
              </a:spcBef>
              <a:spcAft>
                <a:spcPts val="0"/>
              </a:spcAft>
              <a:buClr>
                <a:schemeClr val="dk1"/>
              </a:buClr>
              <a:buSzPts val="2339"/>
              <a:buNone/>
              <a:defRPr sz="2339"/>
            </a:lvl6pPr>
            <a:lvl7pPr marL="3200400" lvl="6" indent="-228600" algn="l">
              <a:lnSpc>
                <a:spcPct val="90000"/>
              </a:lnSpc>
              <a:spcBef>
                <a:spcPts val="1169"/>
              </a:spcBef>
              <a:spcAft>
                <a:spcPts val="0"/>
              </a:spcAft>
              <a:buClr>
                <a:schemeClr val="dk1"/>
              </a:buClr>
              <a:buSzPts val="2339"/>
              <a:buNone/>
              <a:defRPr sz="2339"/>
            </a:lvl7pPr>
            <a:lvl8pPr marL="3657600" lvl="7" indent="-228600" algn="l">
              <a:lnSpc>
                <a:spcPct val="90000"/>
              </a:lnSpc>
              <a:spcBef>
                <a:spcPts val="1169"/>
              </a:spcBef>
              <a:spcAft>
                <a:spcPts val="0"/>
              </a:spcAft>
              <a:buClr>
                <a:schemeClr val="dk1"/>
              </a:buClr>
              <a:buSzPts val="2339"/>
              <a:buNone/>
              <a:defRPr sz="2339"/>
            </a:lvl8pPr>
            <a:lvl9pPr marL="4114800" lvl="8" indent="-228600" algn="l">
              <a:lnSpc>
                <a:spcPct val="90000"/>
              </a:lnSpc>
              <a:spcBef>
                <a:spcPts val="1169"/>
              </a:spcBef>
              <a:spcAft>
                <a:spcPts val="0"/>
              </a:spcAft>
              <a:buClr>
                <a:schemeClr val="dk1"/>
              </a:buClr>
              <a:buSzPts val="2339"/>
              <a:buNone/>
              <a:defRPr sz="2339"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dt" idx="10"/>
          </p:nvPr>
        </p:nvSpPr>
        <p:spPr>
          <a:xfrm>
            <a:off x="1470124" y="28060644"/>
            <a:ext cx="4811316" cy="1611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ftr" idx="11"/>
          </p:nvPr>
        </p:nvSpPr>
        <p:spPr>
          <a:xfrm>
            <a:off x="7083326" y="28060644"/>
            <a:ext cx="7216973" cy="1611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sldNum" idx="12"/>
          </p:nvPr>
        </p:nvSpPr>
        <p:spPr>
          <a:xfrm>
            <a:off x="15102185" y="28060644"/>
            <a:ext cx="4811316" cy="1611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xfrm>
            <a:off x="1470124" y="1611882"/>
            <a:ext cx="18443377" cy="5851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body" idx="1"/>
          </p:nvPr>
        </p:nvSpPr>
        <p:spPr>
          <a:xfrm rot="5400000">
            <a:off x="1087140" y="8442358"/>
            <a:ext cx="19209345" cy="18443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33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16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16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16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16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16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16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16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16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dt" idx="10"/>
          </p:nvPr>
        </p:nvSpPr>
        <p:spPr>
          <a:xfrm>
            <a:off x="1470124" y="28060644"/>
            <a:ext cx="4811316" cy="1611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ftr" idx="11"/>
          </p:nvPr>
        </p:nvSpPr>
        <p:spPr>
          <a:xfrm>
            <a:off x="7083326" y="28060644"/>
            <a:ext cx="7216973" cy="1611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sldNum" idx="12"/>
          </p:nvPr>
        </p:nvSpPr>
        <p:spPr>
          <a:xfrm>
            <a:off x="15102185" y="28060644"/>
            <a:ext cx="4811316" cy="1611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>
            <a:spLocks noGrp="1"/>
          </p:cNvSpPr>
          <p:nvPr>
            <p:ph type="title"/>
          </p:nvPr>
        </p:nvSpPr>
        <p:spPr>
          <a:xfrm rot="5400000">
            <a:off x="4779658" y="12134875"/>
            <a:ext cx="25656844" cy="4610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body" idx="1"/>
          </p:nvPr>
        </p:nvSpPr>
        <p:spPr>
          <a:xfrm rot="5400000">
            <a:off x="-4575678" y="7657679"/>
            <a:ext cx="25656844" cy="13565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33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16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16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16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16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16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16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16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16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dt" idx="10"/>
          </p:nvPr>
        </p:nvSpPr>
        <p:spPr>
          <a:xfrm>
            <a:off x="1470124" y="28060644"/>
            <a:ext cx="4811316" cy="1611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ftr" idx="11"/>
          </p:nvPr>
        </p:nvSpPr>
        <p:spPr>
          <a:xfrm>
            <a:off x="7083326" y="28060644"/>
            <a:ext cx="7216973" cy="1611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ldNum" idx="12"/>
          </p:nvPr>
        </p:nvSpPr>
        <p:spPr>
          <a:xfrm>
            <a:off x="15102185" y="28060644"/>
            <a:ext cx="4811316" cy="1611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1470124" y="1611882"/>
            <a:ext cx="18443377" cy="5851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289"/>
              <a:buFont typeface="Calibri"/>
              <a:buNone/>
              <a:defRPr sz="1028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1470124" y="8059374"/>
            <a:ext cx="18443377" cy="19209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644398" algn="l" rtl="0">
              <a:lnSpc>
                <a:spcPct val="90000"/>
              </a:lnSpc>
              <a:spcBef>
                <a:spcPts val="2339"/>
              </a:spcBef>
              <a:spcAft>
                <a:spcPts val="0"/>
              </a:spcAft>
              <a:buClr>
                <a:schemeClr val="dk1"/>
              </a:buClr>
              <a:buSzPts val="6548"/>
              <a:buFont typeface="Arial"/>
              <a:buChar char="•"/>
              <a:defRPr sz="654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584962" algn="l" rtl="0">
              <a:lnSpc>
                <a:spcPct val="90000"/>
              </a:lnSpc>
              <a:spcBef>
                <a:spcPts val="1169"/>
              </a:spcBef>
              <a:spcAft>
                <a:spcPts val="0"/>
              </a:spcAft>
              <a:buClr>
                <a:schemeClr val="dk1"/>
              </a:buClr>
              <a:buSzPts val="5612"/>
              <a:buFont typeface="Arial"/>
              <a:buChar char="•"/>
              <a:defRPr sz="56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525589" algn="l" rtl="0">
              <a:lnSpc>
                <a:spcPct val="90000"/>
              </a:lnSpc>
              <a:spcBef>
                <a:spcPts val="1169"/>
              </a:spcBef>
              <a:spcAft>
                <a:spcPts val="0"/>
              </a:spcAft>
              <a:buClr>
                <a:schemeClr val="dk1"/>
              </a:buClr>
              <a:buSzPts val="4677"/>
              <a:buFont typeface="Arial"/>
              <a:buChar char="•"/>
              <a:defRPr sz="467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495871" algn="l" rtl="0">
              <a:lnSpc>
                <a:spcPct val="90000"/>
              </a:lnSpc>
              <a:spcBef>
                <a:spcPts val="1169"/>
              </a:spcBef>
              <a:spcAft>
                <a:spcPts val="0"/>
              </a:spcAft>
              <a:buClr>
                <a:schemeClr val="dk1"/>
              </a:buClr>
              <a:buSzPts val="4209"/>
              <a:buFont typeface="Arial"/>
              <a:buChar char="•"/>
              <a:defRPr sz="420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495871" algn="l" rtl="0">
              <a:lnSpc>
                <a:spcPct val="90000"/>
              </a:lnSpc>
              <a:spcBef>
                <a:spcPts val="1169"/>
              </a:spcBef>
              <a:spcAft>
                <a:spcPts val="0"/>
              </a:spcAft>
              <a:buClr>
                <a:schemeClr val="dk1"/>
              </a:buClr>
              <a:buSzPts val="4209"/>
              <a:buFont typeface="Arial"/>
              <a:buChar char="•"/>
              <a:defRPr sz="420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495871" algn="l" rtl="0">
              <a:lnSpc>
                <a:spcPct val="90000"/>
              </a:lnSpc>
              <a:spcBef>
                <a:spcPts val="1169"/>
              </a:spcBef>
              <a:spcAft>
                <a:spcPts val="0"/>
              </a:spcAft>
              <a:buClr>
                <a:schemeClr val="dk1"/>
              </a:buClr>
              <a:buSzPts val="4209"/>
              <a:buFont typeface="Arial"/>
              <a:buChar char="•"/>
              <a:defRPr sz="420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495871" algn="l" rtl="0">
              <a:lnSpc>
                <a:spcPct val="90000"/>
              </a:lnSpc>
              <a:spcBef>
                <a:spcPts val="1169"/>
              </a:spcBef>
              <a:spcAft>
                <a:spcPts val="0"/>
              </a:spcAft>
              <a:buClr>
                <a:schemeClr val="dk1"/>
              </a:buClr>
              <a:buSzPts val="4209"/>
              <a:buFont typeface="Arial"/>
              <a:buChar char="•"/>
              <a:defRPr sz="420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495871" algn="l" rtl="0">
              <a:lnSpc>
                <a:spcPct val="90000"/>
              </a:lnSpc>
              <a:spcBef>
                <a:spcPts val="1169"/>
              </a:spcBef>
              <a:spcAft>
                <a:spcPts val="0"/>
              </a:spcAft>
              <a:buClr>
                <a:schemeClr val="dk1"/>
              </a:buClr>
              <a:buSzPts val="4209"/>
              <a:buFont typeface="Arial"/>
              <a:buChar char="•"/>
              <a:defRPr sz="420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495871" algn="l" rtl="0">
              <a:lnSpc>
                <a:spcPct val="90000"/>
              </a:lnSpc>
              <a:spcBef>
                <a:spcPts val="1169"/>
              </a:spcBef>
              <a:spcAft>
                <a:spcPts val="0"/>
              </a:spcAft>
              <a:buClr>
                <a:schemeClr val="dk1"/>
              </a:buClr>
              <a:buSzPts val="4209"/>
              <a:buFont typeface="Arial"/>
              <a:buChar char="•"/>
              <a:defRPr sz="420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dt" idx="10"/>
          </p:nvPr>
        </p:nvSpPr>
        <p:spPr>
          <a:xfrm>
            <a:off x="1470124" y="28060644"/>
            <a:ext cx="4811316" cy="1611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6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ftr" idx="11"/>
          </p:nvPr>
        </p:nvSpPr>
        <p:spPr>
          <a:xfrm>
            <a:off x="7083326" y="28060644"/>
            <a:ext cx="7216973" cy="1611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6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15102185" y="28060644"/>
            <a:ext cx="4811316" cy="1611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2806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2806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2806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2806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2806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2806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2806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2806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2806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jpe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DE2500C1-43D7-6938-ABFA-A8EACAF5E1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4711" y="21743106"/>
            <a:ext cx="6834201" cy="224280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704BA37-BB0C-4E35-A05D-E135626EAB7D}"/>
              </a:ext>
            </a:extLst>
          </p:cNvPr>
          <p:cNvSpPr/>
          <p:nvPr/>
        </p:nvSpPr>
        <p:spPr>
          <a:xfrm>
            <a:off x="-26009" y="5902616"/>
            <a:ext cx="21379529" cy="2565876"/>
          </a:xfrm>
          <a:prstGeom prst="rect">
            <a:avLst/>
          </a:prstGeom>
          <a:gradFill>
            <a:gsLst>
              <a:gs pos="0">
                <a:srgbClr val="00B0F0"/>
              </a:gs>
              <a:gs pos="18000">
                <a:srgbClr val="FFFFFF"/>
              </a:gs>
              <a:gs pos="83000">
                <a:srgbClr val="FFFFFF"/>
              </a:gs>
              <a:gs pos="100000">
                <a:srgbClr val="00B0F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4DB896D5-B07A-F8EB-3D72-D8BD4E29B2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38812" y="22969975"/>
            <a:ext cx="8157800" cy="4905407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B86E7D92-9731-1C62-2F11-70CEBD60FF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06083" y="13626919"/>
            <a:ext cx="8157800" cy="4905407"/>
          </a:xfrm>
          <a:prstGeom prst="rect">
            <a:avLst/>
          </a:prstGeom>
        </p:spPr>
      </p:pic>
      <p:sp>
        <p:nvSpPr>
          <p:cNvPr id="36" name="Google Shape;84;p1">
            <a:extLst>
              <a:ext uri="{FF2B5EF4-FFF2-40B4-BE49-F238E27FC236}">
                <a16:creationId xmlns:a16="http://schemas.microsoft.com/office/drawing/2014/main" id="{E9227E9A-52C6-4112-9349-F9312F8FF78E}"/>
              </a:ext>
            </a:extLst>
          </p:cNvPr>
          <p:cNvSpPr/>
          <p:nvPr/>
        </p:nvSpPr>
        <p:spPr>
          <a:xfrm>
            <a:off x="35550" y="27980848"/>
            <a:ext cx="21508188" cy="2319123"/>
          </a:xfrm>
          <a:prstGeom prst="rect">
            <a:avLst/>
          </a:prstGeom>
          <a:solidFill>
            <a:srgbClr val="E6E6E6"/>
          </a:solidFill>
          <a:ln w="1270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811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6197090" y="652004"/>
            <a:ext cx="12187974" cy="15362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8375" tIns="29175" rIns="58375" bIns="29175" anchor="t" anchorCtr="0">
            <a:spAutoFit/>
          </a:bodyPr>
          <a:lstStyle/>
          <a:p>
            <a:pPr algn="ctr"/>
            <a:r>
              <a:rPr lang="en-US" sz="4700" b="1" dirty="0">
                <a:solidFill>
                  <a:srgbClr val="C00000"/>
                </a:solidFill>
                <a:latin typeface="Baskerville Old Face" panose="02020602080505020303" pitchFamily="18" charset="0"/>
              </a:rPr>
              <a:t>1st Student Poster Conference </a:t>
            </a:r>
            <a:r>
              <a:rPr lang="en-US" sz="4700" b="1" i="1" dirty="0">
                <a:solidFill>
                  <a:schemeClr val="tx1"/>
                </a:solidFill>
                <a:latin typeface="Baskerville Old Face" panose="02020602080505020303" pitchFamily="18" charset="0"/>
              </a:rPr>
              <a:t>Emerging Trends in Economics, Business and Data Science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B3621BE8-1B01-438A-8C1C-992FB5DB0196}"/>
              </a:ext>
            </a:extLst>
          </p:cNvPr>
          <p:cNvSpPr/>
          <p:nvPr/>
        </p:nvSpPr>
        <p:spPr>
          <a:xfrm>
            <a:off x="-107239" y="27931399"/>
            <a:ext cx="2603030" cy="4491520"/>
          </a:xfrm>
          <a:custGeom>
            <a:avLst/>
            <a:gdLst>
              <a:gd name="connsiteX0" fmla="*/ 0 w 4495582"/>
              <a:gd name="connsiteY0" fmla="*/ 2221036 h 4442071"/>
              <a:gd name="connsiteX1" fmla="*/ 2247791 w 4495582"/>
              <a:gd name="connsiteY1" fmla="*/ 0 h 4442071"/>
              <a:gd name="connsiteX2" fmla="*/ 4495582 w 4495582"/>
              <a:gd name="connsiteY2" fmla="*/ 2221036 h 4442071"/>
              <a:gd name="connsiteX3" fmla="*/ 2247791 w 4495582"/>
              <a:gd name="connsiteY3" fmla="*/ 4442072 h 4442071"/>
              <a:gd name="connsiteX4" fmla="*/ 0 w 4495582"/>
              <a:gd name="connsiteY4" fmla="*/ 2221036 h 4442071"/>
              <a:gd name="connsiteX0" fmla="*/ 6587 w 2603030"/>
              <a:gd name="connsiteY0" fmla="*/ 1378515 h 4491520"/>
              <a:gd name="connsiteX1" fmla="*/ 355239 w 2603030"/>
              <a:gd name="connsiteY1" fmla="*/ 36709 h 4491520"/>
              <a:gd name="connsiteX2" fmla="*/ 2603030 w 2603030"/>
              <a:gd name="connsiteY2" fmla="*/ 2257745 h 4491520"/>
              <a:gd name="connsiteX3" fmla="*/ 355239 w 2603030"/>
              <a:gd name="connsiteY3" fmla="*/ 4478781 h 4491520"/>
              <a:gd name="connsiteX4" fmla="*/ 6587 w 2603030"/>
              <a:gd name="connsiteY4" fmla="*/ 1378515 h 4491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03030" h="4491520">
                <a:moveTo>
                  <a:pt x="6587" y="1378515"/>
                </a:moveTo>
                <a:cubicBezTo>
                  <a:pt x="6587" y="151871"/>
                  <a:pt x="-77501" y="-109829"/>
                  <a:pt x="355239" y="36709"/>
                </a:cubicBezTo>
                <a:cubicBezTo>
                  <a:pt x="787980" y="183247"/>
                  <a:pt x="2603030" y="1031101"/>
                  <a:pt x="2603030" y="2257745"/>
                </a:cubicBezTo>
                <a:cubicBezTo>
                  <a:pt x="2603030" y="3484389"/>
                  <a:pt x="787980" y="4625319"/>
                  <a:pt x="355239" y="4478781"/>
                </a:cubicBezTo>
                <a:cubicBezTo>
                  <a:pt x="-77501" y="4332243"/>
                  <a:pt x="6587" y="2605159"/>
                  <a:pt x="6587" y="1378515"/>
                </a:cubicBezTo>
                <a:close/>
              </a:path>
            </a:pathLst>
          </a:custGeom>
          <a:solidFill>
            <a:srgbClr val="DB9C0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A44B6A3-364B-4878-AE2A-937F32DEC4A4}"/>
              </a:ext>
            </a:extLst>
          </p:cNvPr>
          <p:cNvSpPr/>
          <p:nvPr/>
        </p:nvSpPr>
        <p:spPr>
          <a:xfrm>
            <a:off x="81939" y="2742222"/>
            <a:ext cx="13781428" cy="40254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CDF3FE5-0389-47BB-AF9B-DF02160283AA}"/>
              </a:ext>
            </a:extLst>
          </p:cNvPr>
          <p:cNvSpPr/>
          <p:nvPr/>
        </p:nvSpPr>
        <p:spPr>
          <a:xfrm>
            <a:off x="7447162" y="2739587"/>
            <a:ext cx="10357464" cy="403200"/>
          </a:xfrm>
          <a:prstGeom prst="rect">
            <a:avLst/>
          </a:prstGeom>
          <a:solidFill>
            <a:srgbClr val="D11018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BC5A316-6251-452B-B9F7-671F7D18DBA7}"/>
              </a:ext>
            </a:extLst>
          </p:cNvPr>
          <p:cNvSpPr/>
          <p:nvPr/>
        </p:nvSpPr>
        <p:spPr>
          <a:xfrm>
            <a:off x="14411420" y="2739587"/>
            <a:ext cx="7020974" cy="405956"/>
          </a:xfrm>
          <a:prstGeom prst="rect">
            <a:avLst/>
          </a:prstGeom>
          <a:solidFill>
            <a:srgbClr val="DA9C0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7" name="Picture 4" descr="GUC, GIU, and affiliates">
            <a:extLst>
              <a:ext uri="{FF2B5EF4-FFF2-40B4-BE49-F238E27FC236}">
                <a16:creationId xmlns:a16="http://schemas.microsoft.com/office/drawing/2014/main" id="{2F909DEF-F382-441F-8495-EF1D0A0F09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39" y="656336"/>
            <a:ext cx="6379388" cy="16884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7F9484FA-4A3B-4139-BC22-681355CB3815}"/>
              </a:ext>
            </a:extLst>
          </p:cNvPr>
          <p:cNvSpPr/>
          <p:nvPr/>
        </p:nvSpPr>
        <p:spPr>
          <a:xfrm>
            <a:off x="-81588" y="28863798"/>
            <a:ext cx="2166894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6000" b="1" dirty="0">
                <a:solidFill>
                  <a:schemeClr val="tx1"/>
                </a:solidFill>
                <a:latin typeface="Baskerville Old Face" panose="02020602080505020303" pitchFamily="18" charset="0"/>
                <a:ea typeface="Times New Roman"/>
                <a:cs typeface="Times New Roman"/>
                <a:sym typeface="Times New Roman"/>
              </a:rPr>
              <a:t>2026</a:t>
            </a:r>
          </a:p>
        </p:txBody>
      </p:sp>
      <p:sp>
        <p:nvSpPr>
          <p:cNvPr id="2" name="Arrow: Pentagon 1">
            <a:extLst>
              <a:ext uri="{FF2B5EF4-FFF2-40B4-BE49-F238E27FC236}">
                <a16:creationId xmlns:a16="http://schemas.microsoft.com/office/drawing/2014/main" id="{1AF3647E-57C3-4734-B762-3C186DD0B65C}"/>
              </a:ext>
            </a:extLst>
          </p:cNvPr>
          <p:cNvSpPr/>
          <p:nvPr/>
        </p:nvSpPr>
        <p:spPr>
          <a:xfrm rot="5400000">
            <a:off x="17976725" y="272235"/>
            <a:ext cx="3858140" cy="3291429"/>
          </a:xfrm>
          <a:prstGeom prst="homePlate">
            <a:avLst/>
          </a:prstGeom>
          <a:solidFill>
            <a:srgbClr val="D11119"/>
          </a:solidFill>
          <a:ln w="28575"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en-GB" sz="3200" b="1" spc="300" dirty="0">
              <a:solidFill>
                <a:schemeClr val="bg1"/>
              </a:solidFill>
              <a:latin typeface="Baskerville Old Face" panose="02020602080505020303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30413DD-8CF2-4F5B-B248-C324B19EE9F4}"/>
              </a:ext>
            </a:extLst>
          </p:cNvPr>
          <p:cNvSpPr/>
          <p:nvPr/>
        </p:nvSpPr>
        <p:spPr>
          <a:xfrm>
            <a:off x="1837301" y="28118800"/>
            <a:ext cx="6094624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4000" b="1" dirty="0">
                <a:latin typeface="Calibri"/>
              </a:rPr>
              <a:t>Mohammed Waleed • Omar Ehab • Ali El Naggar
•Kareem Tamer 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6E88938-A40B-400C-A471-A5EA519171C3}"/>
              </a:ext>
            </a:extLst>
          </p:cNvPr>
          <p:cNvSpPr/>
          <p:nvPr/>
        </p:nvSpPr>
        <p:spPr>
          <a:xfrm>
            <a:off x="13863367" y="28462726"/>
            <a:ext cx="6094624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4000" b="1" dirty="0">
                <a:latin typeface="Calibri"/>
              </a:rPr>
              <a:t>Supervised By:
[Dr Shaimaa Masry]</a:t>
            </a:r>
            <a:endParaRPr lang="en-GB" sz="7200" b="1" i="1" dirty="0">
              <a:solidFill>
                <a:schemeClr val="tx1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2262484-F63B-4A8E-B4DE-73CBC1BDD2BB}"/>
              </a:ext>
            </a:extLst>
          </p:cNvPr>
          <p:cNvSpPr/>
          <p:nvPr/>
        </p:nvSpPr>
        <p:spPr>
          <a:xfrm>
            <a:off x="8074714" y="27788006"/>
            <a:ext cx="609462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4000" b="1" dirty="0">
                <a:latin typeface="Calibri"/>
              </a:rPr>
              <a:t>Course: Databases</a:t>
            </a:r>
            <a:endParaRPr lang="en-GB" sz="7200" b="1" i="1" dirty="0">
              <a:solidFill>
                <a:schemeClr val="tx1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D2E48C3-27CB-4DF2-A64B-CE7CE06941D0}"/>
              </a:ext>
            </a:extLst>
          </p:cNvPr>
          <p:cNvSpPr txBox="1"/>
          <p:nvPr/>
        </p:nvSpPr>
        <p:spPr>
          <a:xfrm>
            <a:off x="18086450" y="86961"/>
            <a:ext cx="352762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spc="300" dirty="0">
                <a:solidFill>
                  <a:schemeClr val="bg1"/>
                </a:solidFill>
                <a:latin typeface="Baskerville Old Face" panose="02020602080505020303" pitchFamily="18" charset="0"/>
                <a:cs typeface="Times New Roman" panose="02020603050405020304" pitchFamily="18" charset="0"/>
              </a:rPr>
              <a:t>Faculty of Economics &amp; Business Administration</a:t>
            </a:r>
          </a:p>
          <a:p>
            <a:pPr algn="ctr"/>
            <a:endParaRPr lang="en-GB" sz="3200" dirty="0">
              <a:solidFill>
                <a:schemeClr val="bg1"/>
              </a:solidFill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70DF0E39-CA1C-489F-A220-30ECA7AC0C35}"/>
              </a:ext>
            </a:extLst>
          </p:cNvPr>
          <p:cNvSpPr/>
          <p:nvPr/>
        </p:nvSpPr>
        <p:spPr>
          <a:xfrm>
            <a:off x="19198020" y="27824483"/>
            <a:ext cx="2574924" cy="4449118"/>
          </a:xfrm>
          <a:custGeom>
            <a:avLst/>
            <a:gdLst>
              <a:gd name="connsiteX0" fmla="*/ 0 w 4495582"/>
              <a:gd name="connsiteY0" fmla="*/ 2221036 h 4442071"/>
              <a:gd name="connsiteX1" fmla="*/ 2247791 w 4495582"/>
              <a:gd name="connsiteY1" fmla="*/ 0 h 4442071"/>
              <a:gd name="connsiteX2" fmla="*/ 4495582 w 4495582"/>
              <a:gd name="connsiteY2" fmla="*/ 2221036 h 4442071"/>
              <a:gd name="connsiteX3" fmla="*/ 2247791 w 4495582"/>
              <a:gd name="connsiteY3" fmla="*/ 4442072 h 4442071"/>
              <a:gd name="connsiteX4" fmla="*/ 0 w 4495582"/>
              <a:gd name="connsiteY4" fmla="*/ 2221036 h 4442071"/>
              <a:gd name="connsiteX0" fmla="*/ 0 w 2574924"/>
              <a:gd name="connsiteY0" fmla="*/ 2223834 h 4449118"/>
              <a:gd name="connsiteX1" fmla="*/ 2247791 w 2574924"/>
              <a:gd name="connsiteY1" fmla="*/ 2798 h 4449118"/>
              <a:gd name="connsiteX2" fmla="*/ 2561275 w 2574924"/>
              <a:gd name="connsiteY2" fmla="*/ 2610695 h 4449118"/>
              <a:gd name="connsiteX3" fmla="*/ 2247791 w 2574924"/>
              <a:gd name="connsiteY3" fmla="*/ 4444870 h 4449118"/>
              <a:gd name="connsiteX4" fmla="*/ 0 w 2574924"/>
              <a:gd name="connsiteY4" fmla="*/ 2223834 h 4449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74924" h="4449118">
                <a:moveTo>
                  <a:pt x="0" y="2223834"/>
                </a:moveTo>
                <a:cubicBezTo>
                  <a:pt x="0" y="997190"/>
                  <a:pt x="1820912" y="-61679"/>
                  <a:pt x="2247791" y="2798"/>
                </a:cubicBezTo>
                <a:cubicBezTo>
                  <a:pt x="2674670" y="67275"/>
                  <a:pt x="2561275" y="1384051"/>
                  <a:pt x="2561275" y="2610695"/>
                </a:cubicBezTo>
                <a:cubicBezTo>
                  <a:pt x="2561275" y="3837339"/>
                  <a:pt x="2674670" y="4509347"/>
                  <a:pt x="2247791" y="4444870"/>
                </a:cubicBezTo>
                <a:cubicBezTo>
                  <a:pt x="1820912" y="4380393"/>
                  <a:pt x="0" y="3450478"/>
                  <a:pt x="0" y="2223834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874879F-D6C3-4091-AF12-30A162C41DD6}"/>
              </a:ext>
            </a:extLst>
          </p:cNvPr>
          <p:cNvSpPr/>
          <p:nvPr/>
        </p:nvSpPr>
        <p:spPr>
          <a:xfrm>
            <a:off x="19273989" y="28631157"/>
            <a:ext cx="257492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5400" b="1" dirty="0">
                <a:solidFill>
                  <a:schemeClr val="bg1"/>
                </a:solidFill>
                <a:latin typeface="Baskerville Old Face" panose="02020602080505020303" pitchFamily="18" charset="0"/>
                <a:ea typeface="Times New Roman"/>
                <a:cs typeface="Times New Roman"/>
                <a:sym typeface="Times New Roman"/>
              </a:rPr>
              <a:t>Poster</a:t>
            </a:r>
          </a:p>
          <a:p>
            <a:pPr lvl="0" algn="ctr"/>
            <a:r>
              <a:rPr lang="en-US" sz="5400" b="1" dirty="0">
                <a:solidFill>
                  <a:schemeClr val="bg1"/>
                </a:solidFill>
                <a:latin typeface="Baskerville Old Face" panose="02020602080505020303" pitchFamily="18" charset="0"/>
                <a:ea typeface="Times New Roman"/>
                <a:cs typeface="Times New Roman"/>
                <a:sym typeface="Times New Roman"/>
              </a:rPr>
              <a:t> #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B3684A-7DB7-82D6-23EA-E0325C99AA12}"/>
              </a:ext>
            </a:extLst>
          </p:cNvPr>
          <p:cNvSpPr txBox="1"/>
          <p:nvPr/>
        </p:nvSpPr>
        <p:spPr>
          <a:xfrm>
            <a:off x="2085305" y="6192646"/>
            <a:ext cx="17872685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000000"/>
              </a:buClr>
              <a:buSzTx/>
              <a:buFont typeface="Arial"/>
              <a:buNone/>
              <a:tabLst/>
              <a:defRPr sz="2000">
                <a:solidFill>
                  <a:srgbClr val="1E1E1E"/>
                </a:solidFill>
                <a:latin typeface="Calibri"/>
              </a:defRPr>
            </a:pPr>
            <a:r>
              <a:rPr lang="en-US" sz="32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Design and implement an integrated HR Management System that supports core HR operations and analytical reporting. The system centralizes workforce, contracts, job roles, performance KPIs, and training data within a MySQL database, and deliver insights through Power BI dashboards and a web application portal.</a:t>
            </a:r>
            <a:endParaRPr kumimoji="0" lang="en-GB" sz="3200" b="0" i="1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Arial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40B9486-5A8B-FDA2-C0DF-E2D4941BC761}"/>
              </a:ext>
            </a:extLst>
          </p:cNvPr>
          <p:cNvSpPr/>
          <p:nvPr/>
        </p:nvSpPr>
        <p:spPr>
          <a:xfrm>
            <a:off x="7462684" y="16072759"/>
            <a:ext cx="7045293" cy="909289"/>
          </a:xfrm>
          <a:prstGeom prst="rect">
            <a:avLst/>
          </a:prstGeom>
          <a:solidFill>
            <a:srgbClr val="00B0F0"/>
          </a:solidFill>
          <a:ln>
            <a:solidFill>
              <a:srgbClr val="8B1C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ctr"/>
            <a:r>
              <a:rPr sz="4000" b="1" dirty="0">
                <a:solidFill>
                  <a:srgbClr val="FFFFFF"/>
                </a:solidFill>
                <a:latin typeface="Calibri"/>
              </a:rPr>
              <a:t>Implementation Highlights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398115F-87F9-8A52-63E0-6B3B8D19F3AB}"/>
              </a:ext>
            </a:extLst>
          </p:cNvPr>
          <p:cNvSpPr/>
          <p:nvPr/>
        </p:nvSpPr>
        <p:spPr>
          <a:xfrm>
            <a:off x="7431332" y="20981690"/>
            <a:ext cx="7056288" cy="816426"/>
          </a:xfrm>
          <a:prstGeom prst="rect">
            <a:avLst/>
          </a:prstGeom>
          <a:solidFill>
            <a:srgbClr val="00B0F0"/>
          </a:solidFill>
          <a:ln>
            <a:solidFill>
              <a:srgbClr val="8B1C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ctr"/>
            <a:r>
              <a:rPr sz="3800" b="1" dirty="0">
                <a:solidFill>
                  <a:srgbClr val="FFFFFF"/>
                </a:solidFill>
                <a:latin typeface="Calibri"/>
              </a:rPr>
              <a:t>Conclusions &amp; Next Steps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07AA0E0-1E1D-825A-AD07-2E223DE050ED}"/>
              </a:ext>
            </a:extLst>
          </p:cNvPr>
          <p:cNvSpPr/>
          <p:nvPr/>
        </p:nvSpPr>
        <p:spPr>
          <a:xfrm>
            <a:off x="7444812" y="23693318"/>
            <a:ext cx="6966607" cy="884029"/>
          </a:xfrm>
          <a:prstGeom prst="rect">
            <a:avLst/>
          </a:prstGeom>
          <a:solidFill>
            <a:srgbClr val="00B0F0"/>
          </a:solidFill>
          <a:ln>
            <a:solidFill>
              <a:srgbClr val="8B1C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ctr"/>
            <a:r>
              <a:rPr sz="3800" b="1" dirty="0">
                <a:solidFill>
                  <a:srgbClr val="FFFFFF"/>
                </a:solidFill>
                <a:latin typeface="Calibri"/>
              </a:rPr>
              <a:t>Key Results / Outputs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A083936-BB86-D8FA-D801-115806D68A58}"/>
              </a:ext>
            </a:extLst>
          </p:cNvPr>
          <p:cNvSpPr/>
          <p:nvPr/>
        </p:nvSpPr>
        <p:spPr>
          <a:xfrm>
            <a:off x="7421294" y="8540971"/>
            <a:ext cx="7018374" cy="996420"/>
          </a:xfrm>
          <a:prstGeom prst="rect">
            <a:avLst/>
          </a:prstGeom>
          <a:solidFill>
            <a:srgbClr val="00B0F0"/>
          </a:solidFill>
          <a:ln>
            <a:solidFill>
              <a:srgbClr val="8B1C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ctr"/>
            <a:r>
              <a:rPr lang="en-US" sz="4000" b="1" dirty="0">
                <a:solidFill>
                  <a:srgbClr val="FFFFFF"/>
                </a:solidFill>
                <a:latin typeface="Calibri"/>
              </a:rPr>
              <a:t>Methodology</a:t>
            </a:r>
            <a:endParaRPr sz="40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3CE8D42-4A9A-3E57-07FE-DBC6CD3005A1}"/>
              </a:ext>
            </a:extLst>
          </p:cNvPr>
          <p:cNvSpPr/>
          <p:nvPr/>
        </p:nvSpPr>
        <p:spPr>
          <a:xfrm>
            <a:off x="14439400" y="8540756"/>
            <a:ext cx="6944225" cy="996850"/>
          </a:xfrm>
          <a:prstGeom prst="rect">
            <a:avLst/>
          </a:prstGeom>
          <a:solidFill>
            <a:srgbClr val="00B0F0"/>
          </a:solidFill>
          <a:ln>
            <a:solidFill>
              <a:srgbClr val="8B1C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ctr"/>
            <a:r>
              <a:rPr sz="3700" b="1" dirty="0">
                <a:solidFill>
                  <a:srgbClr val="FFFFFF"/>
                </a:solidFill>
                <a:latin typeface="Calibri"/>
              </a:rPr>
              <a:t>Power BI Dashboards</a:t>
            </a:r>
            <a:r>
              <a:rPr lang="en-US" sz="3700" b="1" dirty="0">
                <a:solidFill>
                  <a:srgbClr val="FFFFFF"/>
                </a:solidFill>
                <a:latin typeface="Calibri"/>
              </a:rPr>
              <a:t> and Web Application</a:t>
            </a:r>
            <a:endParaRPr sz="3700" b="1" dirty="0">
              <a:solidFill>
                <a:srgbClr val="FFFFFF"/>
              </a:solidFill>
              <a:latin typeface="Calibri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09AEA710-6E34-0E73-5992-AF86990BE8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34063" y="9302271"/>
            <a:ext cx="8157800" cy="4905407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B28DF3A9-B3F5-6C89-3528-BE63665745E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950" t="52686" r="1283" b="1376"/>
          <a:stretch>
            <a:fillRect/>
          </a:stretch>
        </p:blipFill>
        <p:spPr>
          <a:xfrm>
            <a:off x="15419061" y="14313144"/>
            <a:ext cx="5154362" cy="3078388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3E031BE4-7DFF-FC06-D05B-9F9977DC717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-313" b="52868"/>
          <a:stretch>
            <a:fillRect/>
          </a:stretch>
        </p:blipFill>
        <p:spPr>
          <a:xfrm>
            <a:off x="15463759" y="10008847"/>
            <a:ext cx="5202273" cy="2911497"/>
          </a:xfrm>
          <a:prstGeom prst="rect">
            <a:avLst/>
          </a:prstGeom>
        </p:spPr>
      </p:pic>
      <p:sp>
        <p:nvSpPr>
          <p:cNvPr id="40" name="Rectangle 39">
            <a:extLst>
              <a:ext uri="{FF2B5EF4-FFF2-40B4-BE49-F238E27FC236}">
                <a16:creationId xmlns:a16="http://schemas.microsoft.com/office/drawing/2014/main" id="{5B5B7F39-337A-65F6-D8CF-90578BC4E491}"/>
              </a:ext>
            </a:extLst>
          </p:cNvPr>
          <p:cNvSpPr/>
          <p:nvPr/>
        </p:nvSpPr>
        <p:spPr>
          <a:xfrm>
            <a:off x="14458700" y="18069910"/>
            <a:ext cx="6894821" cy="909288"/>
          </a:xfrm>
          <a:prstGeom prst="rect">
            <a:avLst/>
          </a:prstGeom>
          <a:solidFill>
            <a:srgbClr val="00B0F0"/>
          </a:solidFill>
          <a:ln>
            <a:solidFill>
              <a:srgbClr val="8B1C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ctr"/>
            <a:r>
              <a:rPr lang="en-GB" sz="4000" b="1" dirty="0">
                <a:solidFill>
                  <a:srgbClr val="FFFFFF"/>
                </a:solidFill>
                <a:latin typeface="Calibri"/>
              </a:rPr>
              <a:t>Web Application</a:t>
            </a: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9AE81EC0-8E8C-B77A-9287-3BB812B809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43925" y="18811055"/>
            <a:ext cx="8157800" cy="4905407"/>
          </a:xfrm>
          <a:prstGeom prst="rect">
            <a:avLst/>
          </a:prstGeom>
        </p:spPr>
      </p:pic>
      <p:sp>
        <p:nvSpPr>
          <p:cNvPr id="48" name="Rectangle 47">
            <a:extLst>
              <a:ext uri="{FF2B5EF4-FFF2-40B4-BE49-F238E27FC236}">
                <a16:creationId xmlns:a16="http://schemas.microsoft.com/office/drawing/2014/main" id="{40CAF30E-E87A-6F53-9FE0-82B95045C58E}"/>
              </a:ext>
            </a:extLst>
          </p:cNvPr>
          <p:cNvSpPr/>
          <p:nvPr/>
        </p:nvSpPr>
        <p:spPr>
          <a:xfrm>
            <a:off x="-26008" y="8540755"/>
            <a:ext cx="7478518" cy="996635"/>
          </a:xfrm>
          <a:prstGeom prst="rect">
            <a:avLst/>
          </a:prstGeom>
          <a:solidFill>
            <a:srgbClr val="00B0F0"/>
          </a:solidFill>
          <a:ln>
            <a:solidFill>
              <a:srgbClr val="8B1C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ctr"/>
            <a:r>
              <a:rPr sz="4000" b="1" dirty="0">
                <a:solidFill>
                  <a:srgbClr val="FFFFFF"/>
                </a:solidFill>
                <a:latin typeface="Calibri"/>
              </a:rPr>
              <a:t>Database Design (ERD)</a:t>
            </a: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781E0C91-7E04-A27F-3C2A-1E526DEF9A62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18616"/>
          <a:stretch>
            <a:fillRect/>
          </a:stretch>
        </p:blipFill>
        <p:spPr>
          <a:xfrm>
            <a:off x="7528842" y="9828290"/>
            <a:ext cx="6964525" cy="6041203"/>
          </a:xfrm>
          <a:prstGeom prst="rect">
            <a:avLst/>
          </a:prstGeom>
        </p:spPr>
      </p:pic>
      <p:sp>
        <p:nvSpPr>
          <p:cNvPr id="52" name="Rectangle 51">
            <a:extLst>
              <a:ext uri="{FF2B5EF4-FFF2-40B4-BE49-F238E27FC236}">
                <a16:creationId xmlns:a16="http://schemas.microsoft.com/office/drawing/2014/main" id="{0B5546AA-D7BE-0A80-BABF-F51EC6C3E689}"/>
              </a:ext>
            </a:extLst>
          </p:cNvPr>
          <p:cNvSpPr/>
          <p:nvPr/>
        </p:nvSpPr>
        <p:spPr>
          <a:xfrm>
            <a:off x="-1" y="16048683"/>
            <a:ext cx="7444813" cy="951364"/>
          </a:xfrm>
          <a:prstGeom prst="rect">
            <a:avLst/>
          </a:prstGeom>
          <a:solidFill>
            <a:srgbClr val="00B0F0"/>
          </a:solidFill>
          <a:ln>
            <a:solidFill>
              <a:srgbClr val="8B1C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ctr"/>
            <a:r>
              <a:rPr lang="en-US" sz="4000" b="1" dirty="0">
                <a:solidFill>
                  <a:srgbClr val="FFFFFF"/>
                </a:solidFill>
                <a:latin typeface="Calibri"/>
              </a:rPr>
              <a:t>System Overview</a:t>
            </a:r>
            <a:endParaRPr sz="4000" b="1" dirty="0">
              <a:solidFill>
                <a:srgbClr val="FFFFFF"/>
              </a:solidFill>
              <a:latin typeface="Calibri"/>
            </a:endParaRP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56E45066-1FD5-F460-B32E-BDD84FF95F37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668" r="1" b="51688"/>
          <a:stretch>
            <a:fillRect/>
          </a:stretch>
        </p:blipFill>
        <p:spPr>
          <a:xfrm>
            <a:off x="15463759" y="19502215"/>
            <a:ext cx="5202274" cy="2953954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7B6168A5-54E7-E261-587C-2217E5DCD939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694" t="51375" r="-1" b="839"/>
          <a:stretch>
            <a:fillRect/>
          </a:stretch>
        </p:blipFill>
        <p:spPr>
          <a:xfrm>
            <a:off x="15469992" y="23663821"/>
            <a:ext cx="5196040" cy="2951268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28B251AE-9A07-C0F7-071E-C8D6E2A3FE2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34343" y="28376107"/>
            <a:ext cx="2153524" cy="188288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E059DF8-E078-B2CF-795F-D6223BA3F48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9531366"/>
            <a:ext cx="7355131" cy="6481082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897147D3-98E9-40CC-136F-6891E0A61F5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16181" y="24591916"/>
            <a:ext cx="7056286" cy="2941752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74B2F425-6335-E6EA-D6EB-471AB321AD27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448" t="10929" r="-448" b="-330"/>
          <a:stretch>
            <a:fillRect/>
          </a:stretch>
        </p:blipFill>
        <p:spPr>
          <a:xfrm>
            <a:off x="7447162" y="17121995"/>
            <a:ext cx="7029506" cy="3859695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C80E6CF3-4E05-928A-C5EC-40EFA5E1003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5400000">
            <a:off x="-1358160" y="18819700"/>
            <a:ext cx="10386194" cy="7040387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A2A995C6-9E74-4B1D-B5C5-B0732312C9D6}"/>
              </a:ext>
            </a:extLst>
          </p:cNvPr>
          <p:cNvSpPr txBox="1"/>
          <p:nvPr/>
        </p:nvSpPr>
        <p:spPr>
          <a:xfrm>
            <a:off x="4913991" y="3454833"/>
            <a:ext cx="1378142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dirty="0">
                <a:solidFill>
                  <a:schemeClr val="accent5">
                    <a:lumMod val="50000"/>
                  </a:schemeClr>
                </a:solidFill>
              </a:rPr>
              <a:t> HR Management &amp; Analytics System </a:t>
            </a:r>
          </a:p>
          <a:p>
            <a:pPr algn="ctr"/>
            <a:endParaRPr lang="en-US" sz="4800" i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BF3A81E-A9A9-498B-B81A-DA6911758AF6}"/>
              </a:ext>
            </a:extLst>
          </p:cNvPr>
          <p:cNvSpPr txBox="1"/>
          <p:nvPr/>
        </p:nvSpPr>
        <p:spPr>
          <a:xfrm>
            <a:off x="2916875" y="4245604"/>
            <a:ext cx="17568607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i="1" dirty="0">
                <a:solidFill>
                  <a:schemeClr val="accent5">
                    <a:lumMod val="50000"/>
                  </a:schemeClr>
                </a:solidFill>
              </a:rPr>
              <a:t>An Integrated Platform for HR Operations, Workforce Analytics, and Decision Support</a:t>
            </a:r>
            <a:endParaRPr lang="en-US" sz="44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5924753-6398-44FA-811E-1488412679F9}"/>
              </a:ext>
            </a:extLst>
          </p:cNvPr>
          <p:cNvSpPr/>
          <p:nvPr/>
        </p:nvSpPr>
        <p:spPr>
          <a:xfrm>
            <a:off x="7811459" y="30224957"/>
            <a:ext cx="609462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4000" b="1" dirty="0">
                <a:latin typeface="Calibri"/>
              </a:rPr>
              <a:t>Scan for Live Demo</a:t>
            </a:r>
            <a:endParaRPr lang="en-GB" sz="7200" b="1" i="1" dirty="0">
              <a:solidFill>
                <a:schemeClr val="tx1"/>
              </a:solidFill>
              <a:latin typeface="Baskerville Old Face" panose="020206020805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325</TotalTime>
  <Words>148</Words>
  <Application>Microsoft Office PowerPoint</Application>
  <PresentationFormat>Custom</PresentationFormat>
  <Paragraphs>20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Baskerville Old Face</vt:lpstr>
      <vt:lpstr>Calibri</vt:lpstr>
      <vt:lpstr>Tahoma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Noha Abdelkader Ghazy</dc:creator>
  <cp:lastModifiedBy>Tech Shop</cp:lastModifiedBy>
  <cp:revision>20</cp:revision>
  <dcterms:created xsi:type="dcterms:W3CDTF">2021-03-29T08:35:33Z</dcterms:created>
  <dcterms:modified xsi:type="dcterms:W3CDTF">2026-01-20T18:05:17Z</dcterms:modified>
</cp:coreProperties>
</file>